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r="http://schemas.openxmlformats.org/officeDocument/2006/relationships">
  <p:sldMasterIdLst>
    <p:sldMasterId id="p:1" r:id="rId1"/>
  </p:sldMasterIdLst>
  <p:sldIdLst>
    <p:sldId id="p:256" r:id="rId2"/>
    <p:sldId id="p:257" r:id="rId3"/>
    <p:sldId id="p:258" r:id="rId4"/>
    <p:sldId id="p:259" r:id="rId5"/>
  </p:sldIdLst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xmlns:r="http://schemas.openxmlformats.org/officeDocument/2006/relationships" xmlns:a="http://schemas.openxmlformats.org/drawingml/2006/main" type="title" preserve="1">
  <p:cSld name="Title Slide">
    <p:spTree>
      <p:nvGrpSpPr>
        <p:cNvPr id="1" name=""/>
        <p:cNvGrpSpPr/>
        <p:nvPr/>
      </p:nvGrpSpPr>
      <p:grpSpPr/>
    </p:spTree>
  </p:cSld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p:2147483649" r:id="rId1"/>
  </p:sldLayoutIdLst>
  <p:txStyles>
    <p:titleStyle>
      <a:lvl1pPr xmlns:a="http://schemas.openxmlformats.org/drawingml/2006/main"/>
    </p:titleStyle>
    <p:bodyStyle>
      <a:lvl1pPr xmlns:a="http://schemas.openxmlformats.org/drawingml/2006/main"/>
    </p:bodyStyle>
    <p:otherStyle/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chunkq-pptx-s1 bravo batch delta kilo romeo yankee batch delta kilo romeo. yankee batch delta kilo romeo.</a:t>
            </a:r>
          </a:p>
        </p:txBody>
      </p:sp>
    </p:spTree>
  </p:cSld>
</p:sld>
</file>

<file path=ppt/slides/slide2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chunkq-pptx-s2 charlie logic state golf november uniform logic state golf november. uniform logic state.</a:t>
            </a:r>
          </a:p>
        </p:txBody>
      </p:sp>
    </p:spTree>
  </p:cSld>
</p:sld>
</file>

<file path=ppt/slides/slide3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chunkq-pptx-s3 delta xray frame charlie juliet quebec xray frame charlie juliet. quebec xray frame charlie.</a:t>
            </a:r>
          </a:p>
        </p:txBody>
      </p:sp>
    </p:spTree>
  </p:cSld>
</p:sld>
</file>

<file path=ppt/slides/slide4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chunkq-pptx-s4 echo tango data token foxtrot mike tango data token foxtrot. mike tango data token foxtrot.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/>
      </a:dk1>
      <a:lt1>
        <a:sysClr val="window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