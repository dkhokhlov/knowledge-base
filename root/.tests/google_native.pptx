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chunkq-slide-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chunkq-slide-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chunkq-slide-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chunkq-slide-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chunkq-slide-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chunkq-slide-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chunkq-google-slides-s1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This synthetic slide contains generic filler text for ingestion testing.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chunkq-google-slides-s2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second synthetic slide contains generic filler text.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chunkq-google-slides-s3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third synthetic slide contains generic filler text.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chunkq-google-slides-s4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fourth synthetic slide contains generic filler text.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