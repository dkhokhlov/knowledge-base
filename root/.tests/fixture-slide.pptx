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p:1" r:id="rId1"/>
  </p:sldMasterIdLst>
  <p:sldIdLst>
    <p:sldId id="p:256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p:2147483649" r:id="rId1"/>
  </p:sldLayoutIdLst>
  <p:txStyles>
    <p:titleStyle>
      <a:lvl1pPr xmlns:a="http://schemas.openxmlformats.org/drawingml/2006/main"/>
    </p:titleStyle>
    <p:bodyStyle>
      <a:lvl1pPr xmlns:a="http://schemas.openxmlformats.org/drawingml/2006/main"/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gdrive-fixture-marker-7f3a2 fixture-pptx-content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